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E"/>
          </a:solidFill>
          <a:ln w="12700">
            <a:solidFill>
              <a:srgbClr val="F8FB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22128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Model-Based Design using Simulink &amp; Stateflow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 [Your Name]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PRN: [Your PRN]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Department: Electronics and Telecommunication Engineering</a:t>
            </a:r>
            <a:endParaRPr lang="en-US" sz="1800" dirty="0"/>
          </a:p>
        </p:txBody>
      </p:sp>
      <p:pic>
        <p:nvPicPr>
          <p:cNvPr id="7" name="Image 0" descr="C:\Users\Palash\simulink project\submission_pack\assets\figure_top_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493776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4562856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Top-Level Simulink Architecture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4892040"/>
            <a:ext cx="4937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Flow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37960" y="5276088"/>
            <a:ext cx="46634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Subsystem -&gt; Logic Subsystem -&gt; Stateflow Controller -&gt; Output Subsystem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and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5778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improves safety by switching headlights according to environmental brightness.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controller must react correctly during day driving, night driving, tunnel entry, and stopped-at-night conditions.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also includes manual override and a fault input for supervisory behavior.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 output is headlamp_cmd where 0 = OFF and 1 = 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74904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and simulate a modular automotive headlight controller.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374904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Novelty Feature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override takes priority over automatic behavior.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23560" y="3749040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 Type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4133088"/>
            <a:ext cx="20116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Discrete-time model, fixed step 0.1 s, stop time 40 s.</a:t>
            </a:r>
            <a:endParaRPr lang="en-US" sz="1500" dirty="0"/>
          </a:p>
        </p:txBody>
      </p:sp>
      <p:pic>
        <p:nvPicPr>
          <p:cNvPr id="15" name="Image 0" descr="C:\Users\Palash\simulink project\submission_pack\assets\figure_scope_scenari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143000"/>
            <a:ext cx="3291840" cy="43891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0" y="55686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Tunnel-entry simulation placeholder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pic>
        <p:nvPicPr>
          <p:cNvPr id="5" name="Image 0" descr="C:\Users\Palash\simulink project\submission_pack\assets\figure_top_le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653796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385816"/>
            <a:ext cx="6537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Simulink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52360" y="1143000"/>
            <a:ext cx="41148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Subsystem generates AmbientLux, VehicleSpeed, ManualOverride, and Fault.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 Subsystem converts raw values into lux_status and speed_status using hysteresis.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Stateflow Controller applies OFF, ON, HOLD, and MANUAL states.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Subsystem displays, plots, and logs headlamp_cmd.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98080" y="457200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Flow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35240" y="4956048"/>
            <a:ext cx="3657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 conditioning is separated from final state-based decision making.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and Logic Subsystems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pic>
        <p:nvPicPr>
          <p:cNvPr id="5" name="Image 0" descr="C:\Users\Palash\simulink project\submission_pack\assets\figure_input_sub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5394960" cy="2240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8269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Subsystem</a:t>
            </a:r>
            <a:endParaRPr lang="en-US" sz="1100" dirty="0"/>
          </a:p>
        </p:txBody>
      </p:sp>
      <p:pic>
        <p:nvPicPr>
          <p:cNvPr id="7" name="Image 1" descr="C:\Users\Palash\simulink project\submission_pack\assets\figure_logic_subsys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5394960" cy="2240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93445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 Subsystem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55080" y="1024128"/>
            <a:ext cx="5212080" cy="5166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1: Day + Moving -&gt; AmbientLux = 800, VehicleSpeed = 60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2: Night + Moving -&gt; AmbientLux = 100, VehicleSpeed = 60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3: Tunnel Entry -&gt; 800 -&gt; 100 -&gt; 800 lux with vehicle moving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4: Night + Stopped -&gt; AmbientLux = 100, VehicleSpeed = 0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 uses AmbientLux &lt; 300 and AmbientLux &gt; 500 to implement hysteresis.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Delay + NOT + AND + OR create lux_status memory and prevent flicker.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Stateflow Controller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pic>
        <p:nvPicPr>
          <p:cNvPr id="5" name="Image 0" descr="C:\Users\Palash\simulink project\submission_pack\assets\figure_state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50292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83717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Stateflow Controller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89320" y="1078992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17043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2648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in bright conditions. Output: headlamp_cmd = 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778240" y="1078992"/>
            <a:ext cx="2514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15400" y="117043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91540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when dark and moving. Output: headlamp_cmd = 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89320" y="23317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24231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26480" y="2715768"/>
            <a:ext cx="2240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and stopped. Lamps remain ON for safety.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78240" y="233172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5400" y="24231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915400" y="2715768"/>
            <a:ext cx="2240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Override active. Highest-priority state, lamps forced ON.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89320" y="3794760"/>
            <a:ext cx="5212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override = 1 -&gt; MANUAL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Else if lux_status = 0 -&gt; OFF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Else if lux_status = 1 and speed_status = 1 -&gt; 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Else if lux_status = 1 and speed_status = 0 -&gt; HOLD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Subsystem and Simulation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800" dirty="0"/>
          </a:p>
        </p:txBody>
      </p:sp>
      <p:pic>
        <p:nvPicPr>
          <p:cNvPr id="5" name="Image 0" descr="C:\Users\Palash\simulink project\submission_pack\assets\figure_output_sub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512064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739896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Subsystem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5303520" cy="173736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Scenario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Condition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Output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Day + Moving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Night + Moving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Tunnel Entry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0 -&gt; 1 -&gt; 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Night + Stopped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17920" y="1143000"/>
            <a:ext cx="52120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Headlamp_Display shows the current logical value of headlamp_cmd.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Headlamp_Scope plots output over time, especially useful for tunnel entry.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Headlamp_ToWorkspace logs out.headlamp_cmd_ts for verification.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800" dirty="0"/>
          </a:p>
        </p:txBody>
      </p:sp>
      <p:pic>
        <p:nvPicPr>
          <p:cNvPr id="5" name="Image 0" descr="C:\Users\Palash\simulink project\submission_pack\assets\figure_scope_scenari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27432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8712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1 Output</a:t>
            </a:r>
            <a:endParaRPr lang="en-US" sz="1100" dirty="0"/>
          </a:p>
        </p:txBody>
      </p:sp>
      <p:pic>
        <p:nvPicPr>
          <p:cNvPr id="7" name="Image 1" descr="C:\Users\Palash\simulink project\submission_pack\assets\figure_scope_scenari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005840"/>
            <a:ext cx="27432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11880" y="28712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2 Output</a:t>
            </a:r>
            <a:endParaRPr lang="en-US" sz="1100" dirty="0"/>
          </a:p>
        </p:txBody>
      </p:sp>
      <p:pic>
        <p:nvPicPr>
          <p:cNvPr id="9" name="Image 2" descr="C:\Users\Palash\simulink project\submission_pack\assets\figure_scope_scenario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005840"/>
            <a:ext cx="2743200" cy="182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9400" y="28712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3 Output</a:t>
            </a:r>
            <a:endParaRPr lang="en-US" sz="1100" dirty="0"/>
          </a:p>
        </p:txBody>
      </p:sp>
      <p:pic>
        <p:nvPicPr>
          <p:cNvPr id="11" name="Image 3" descr="C:\Users\Palash\simulink project\submission_pack\assets\figure_scope_scenario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005840"/>
            <a:ext cx="1920240" cy="1828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46920" y="28712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4 Output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85800" y="329184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822960" y="3383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1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822960" y="3675888"/>
            <a:ext cx="2468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+ Moving -&gt; output remains 0 because brightness is high.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3703320" y="329184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840480" y="3383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2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3840480" y="3675888"/>
            <a:ext cx="2468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 + Moving -&gt; output remains 1 because the environment is dark.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720840" y="329184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58000" y="3383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3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858000" y="3675888"/>
            <a:ext cx="2468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Tunnel Entry -&gt; output changes 0 -&gt; 1 -&gt; 0 as lux drops and recovers.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9646920" y="329184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784080" y="3383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4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784080" y="367588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 + Stopped -&gt; HOLD state keeps output at 1.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685800" y="4800600"/>
            <a:ext cx="10835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4892040"/>
            <a:ext cx="10561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822960" y="5184648"/>
            <a:ext cx="10561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results confirm correct hysteresis-based signal conditioning and correct state transitions across all four scenarios.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5544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64240" y="1280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7E7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64008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uses a clean modular structure: Input -&gt; Logic -&gt; Stateflow -&gt; Output.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Hysteresis with 300 lux and 500 lux thresholds prevents rapid switching near the decision boundary.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Stateflow clearly represents OFF, ON, HOLD, and MANUAL operating modes.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validated for day, night, tunnel, and stopped-at-night conditions.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override provides direct driver priority over automatic behavior.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35240" y="1280160"/>
            <a:ext cx="3657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3716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Line for Viva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0" y="1664208"/>
            <a:ext cx="3383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model senses, decides, controls, and verifies automatic headlight behavior using Simulink and Stateflow.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27432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2834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Replace Before Submission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0" y="3127248"/>
            <a:ext cx="33832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Swap placeholders with final Simulink screenshots and scope captures.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35240" y="406908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41605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4453128"/>
            <a:ext cx="33832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[Your Name] | [Your PRN]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6446520"/>
            <a:ext cx="11247120" cy="0"/>
          </a:xfrm>
          <a:prstGeom prst="line">
            <a:avLst/>
          </a:prstGeom>
          <a:noFill/>
          <a:ln w="12700">
            <a:solidFill>
              <a:srgbClr val="C7D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1052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Headlight Control System | Simulink + Stateflow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[Institute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Headlight Control System Using Simulink and Stateflow</dc:title>
  <dc:subject>Automatic Headlight Control</dc:subject>
  <dc:creator>[Your Name]</dc:creator>
  <cp:lastModifiedBy>[Your Name]</cp:lastModifiedBy>
  <cp:revision>1</cp:revision>
  <dcterms:created xsi:type="dcterms:W3CDTF">2026-04-29T17:05:58Z</dcterms:created>
  <dcterms:modified xsi:type="dcterms:W3CDTF">2026-04-29T17:05:58Z</dcterms:modified>
</cp:coreProperties>
</file>